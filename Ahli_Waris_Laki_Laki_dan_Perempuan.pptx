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5943600"/>
          </a:xfrm>
          <a:prstGeom prst="roundRect">
            <a:avLst/>
          </a:prstGeom>
          <a:solidFill>
            <a:srgbClr val="0B382C"/>
          </a:solidFill>
          <a:ln w="25400"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ins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685800"/>
            <a:ext cx="773668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64592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E6CA65"/>
                </a:solidFill>
              </a:defRPr>
            </a:pPr>
            <a:r>
              <a:t>بِسْمِ اللَّهِ الرَّحْمَٰنِ الرَّحِيمِ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AHLI WARIS LAKI-LAKI &amp; PEREMPUAN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Kajian Komprehensif Kedudukan, Klasifikasi, Dasar Hukum, dan Pembagian Warisan dalam Syariat Islam &amp; KHI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3931920"/>
            <a:ext cx="8869680" cy="2011680"/>
          </a:xfrm>
          <a:prstGeom prst="rect">
            <a:avLst/>
          </a:prstGeom>
          <a:solidFill>
            <a:srgbClr val="04140F"/>
          </a:solidFill>
          <a:ln w="12700"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CA65"/>
                </a:solidFill>
              </a:defRPr>
            </a:pPr>
            <a:r>
              <a:t>DOSEN PENGAMPU: Prof. Dr. H. Kosim, M.Ag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Disusun Oleh Kelompok 5:</a:t>
            </a:r>
            <a:br/>
            <a:r>
              <a:t>Fatiaful Alzahra (2530311087) • Sufyan Tsaury (2530311086) • Wahdan Hamdun (2530311003)</a:t>
            </a:r>
          </a:p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PRODI HUKUM KELUARGA • FAKULTAS SYARI'AH • UIN SIBER SYEKH NURJATI CIREBON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BAB I • PENDAHULUAN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Latar Belakang &amp; Urgensi Kewarisan Islam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B382C"/>
          </a:solidFill>
          <a:ln w="19050"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CA65"/>
                </a:solidFill>
              </a:defRPr>
            </a:pPr>
            <a:r>
              <a:t>1. Realitas &amp; Sengketa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Dalam kehidupan masyarakat, persoalan kewarisan sangat rentan memicu konflik keluarga akibat minimnya pemahaman tentang siapa yang berhak dan siapa yang terhalang (mahjub).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B38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2. Tiga Rukun Pokok Faraidh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Al-Muwarrits: Pewaris yang wafat.</a:t>
            </a:r>
            <a:br/>
            <a:r>
              <a:t>• Al-Waris: Ahli waris yang masih hidup saat pewaris wafat.</a:t>
            </a:r>
            <a:br/>
            <a:r>
              <a:t>• Al-Mauruts / Tirkah: Harta bersih setelah utang, zakat, &amp; jenazah.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B382C"/>
          </a:solidFill>
          <a:ln w="19050"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CA65"/>
                </a:solidFill>
              </a:defRPr>
            </a:pPr>
            <a:r>
              <a:t>3. Kepastian Hukum Syariat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Hukum waris Islam dirancang langsung oleh Allah SWT secara pasti (qath'iy) untuk menegakkan keadilan distributif bagi laki-laki maupun perempuan secara proporsional.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FOKUS KAJIAN MAKALAH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Rumusan Masalah &amp; Tujuan Penulisan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CA65"/>
                </a:solidFill>
              </a:defRPr>
            </a:pPr>
            <a:r>
              <a:t>4 RUMUSAN MASALAH UTAMA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1. Apa pengertian ahli waris dalam hukum kewarisan Islam?</a:t>
            </a:r>
            <a:br/>
            <a:br/>
            <a:r>
              <a:t>2. Siapa sajakah yang termasuk ahli waris laki-laki?</a:t>
            </a:r>
            <a:br/>
            <a:br/>
            <a:r>
              <a:t>3. Siapa sajakah yang termasuk ahli waris perempuan?</a:t>
            </a:r>
            <a:br/>
            <a:br/>
            <a:r>
              <a:t>4. Bagaimana kedudukan hak ahli waris laki-laki dan perempuan (Ashhabul Furudh, 'Ashabah, dan Hijab)?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CAPAIAN &amp; TUJUAN PENULISAN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1. Memahami konsep yuridis &amp; normatif kewarisan Islam secara komprehensif.</a:t>
            </a:r>
            <a:br/>
            <a:br/>
            <a:r>
              <a:t>2. Mengidentifikasi dan memetakan 15 golongan ahli waris laki-laki.</a:t>
            </a:r>
            <a:br/>
            <a:br/>
            <a:r>
              <a:t>3. Mengidentifikasi dan memetakan 10 golongan ahli waris perempuan.</a:t>
            </a:r>
            <a:br/>
            <a:br/>
            <a:r>
              <a:t>4. Mengetahui implikasi praktis dan penyelesaian sengketa waris menurut Fikih &amp; KHI.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BAB II • PEMBAHASAN DASAR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Pengertian, Syarat, dan Sebab-Sebab Mewarisi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CA65"/>
                </a:solidFill>
              </a:defRPr>
            </a:pPr>
            <a:r>
              <a:t>HAKIKAT AHLI WARIS &amp; SYARAT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Ahli Waris (Al-Waris) adalah orang yang mempunyai hak legal syariah untuk menerima harta peninggalan dari pewaris (al-muwarrits) karena adanya sebab yang diakui syariat.</a:t>
            </a:r>
            <a:br/>
            <a:br/>
            <a:r>
              <a:t>3 Syarat Sah Mewarisi:</a:t>
            </a:r>
            <a:br/>
            <a:r>
              <a:t>1. Kematian Pewaris: Meninggal hakiki atau putusan pengadilan.</a:t>
            </a:r>
            <a:br/>
            <a:r>
              <a:t>2. Hidupnya Ahli Waris: Masih bernyawa saat pewaris wafat.</a:t>
            </a:r>
            <a:br/>
            <a:r>
              <a:t>3. Tidak Ada Penghalang (Mani'): Bersih dari pembunuhan, beda agama, dll.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DUA SEBAB POKOK KEWARISAN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Hubungan Nasabiyah (Pertalian Darah):</a:t>
            </a:r>
            <a:br/>
            <a:r>
              <a:t>• Ushul (Garis Atas): Ayah, Ibu, Kakek, Nenek</a:t>
            </a:r>
            <a:br/>
            <a:r>
              <a:t>• Furu' (Garis Bawah): Anak, Cucu</a:t>
            </a:r>
            <a:br/>
            <a:r>
              <a:t>• Hawasyi (Garis Samping): Saudara, Paman, Keponakan</a:t>
            </a:r>
            <a:br/>
            <a:br/>
            <a:r>
              <a:t>2. Hubungan Sababiyah (Peristiwa Hukum Sah):</a:t>
            </a:r>
            <a:br/>
            <a:r>
              <a:t>• Perkawinan yang Sah (Suami &amp; Istri saling mewarisi)</a:t>
            </a:r>
            <a:br/>
            <a:r>
              <a:t>• Al-Wala' / Maula (Pembebasan budak - Fikih klasik)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SUMBER HUKUM TERTINGGI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Dasar Hukum: Landasan Norma Ayat-Ayat Al-Qur'an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6CA65"/>
                </a:solidFill>
              </a:defRPr>
            </a:pPr>
            <a:r>
              <a:t>QS. An-Nisa Ayat 7 • Prinsip Kesetaraan Hak Mewarisi</a:t>
            </a:r>
          </a:p>
          <a:p>
            <a:pPr>
              <a:defRPr sz="1100" i="1">
                <a:solidFill>
                  <a:srgbClr val="FFFFFF"/>
                </a:solidFill>
              </a:defRPr>
            </a:pPr>
            <a:r>
              <a:t>"Bagi laki-laki ada hak bagian dari harta peninggalan orang tua &amp; kerabat, dan bagi perempuan ada hak bagian (pula)... baik sedikit atau banyak menurut bagian yang telah ditetapkan."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QS. An-Nisa Ayat 11 • Kewarisan Anak &amp; Orang Tua</a:t>
            </a:r>
          </a:p>
          <a:p>
            <a:pPr>
              <a:defRPr sz="1100" i="1">
                <a:solidFill>
                  <a:srgbClr val="FFFFFF"/>
                </a:solidFill>
              </a:defRPr>
            </a:pPr>
            <a:r>
              <a:t>"Allah mensyariatkan bagimu tentang (warisan) anak-anakmu, yaitu bagian seorang anak laki-laki sama dengan bagian dua orang anak perempuan (2:1)..."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6CA65"/>
                </a:solidFill>
              </a:defRPr>
            </a:pPr>
            <a:r>
              <a:t>QS. An-Nisa Ayat 12 • Hak Waris Suami &amp; Istri</a:t>
            </a:r>
          </a:p>
          <a:p>
            <a:pPr>
              <a:defRPr sz="1100" i="1">
                <a:solidFill>
                  <a:srgbClr val="FFFFFF"/>
                </a:solidFill>
              </a:defRPr>
            </a:pPr>
            <a:r>
              <a:t>"Dan bagianmu (suami) 1/2 jika tak ada anak; 1/4 jika ada anak. Bagian istri 1/4 jika tak ada anak; 1/8 jika ada anak. Serta ketentuan saudara seibu."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QS. An-Nisa Ayat 176 • Kewarisan Kalalah</a:t>
            </a:r>
          </a:p>
          <a:p>
            <a:pPr>
              <a:defRPr sz="1100" i="1">
                <a:solidFill>
                  <a:srgbClr val="FFFFFF"/>
                </a:solidFill>
              </a:defRPr>
            </a:pPr>
            <a:r>
              <a:t>"Mereka meminta fatwa kepadamu (tentang kalalah). Mengatur ketentuan pembagian warisan bagi saudara kandung dan seayah saat pewaris tak punya keturunan &amp; orang tua."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YURISPRUDENSI DAN FIKIH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Dasar Hukum: Hadis Nabawi &amp; Kompilasi Hukum Islam (KHI)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CA65"/>
                </a:solidFill>
              </a:defRPr>
            </a:pPr>
            <a:r>
              <a:t>HADIS NABI SAW (BUKHARI &amp; MUSLIM)</a:t>
            </a:r>
          </a:p>
          <a:p>
            <a:pPr algn="r">
              <a:defRPr sz="1600">
                <a:solidFill>
                  <a:srgbClr val="E6CA65"/>
                </a:solidFill>
              </a:defRPr>
            </a:pPr>
            <a:r>
              <a:t>أَلْحِقُوا الْفَرَائِضَ بِأَهْلِهَا ، فَمَا بَقِيَ فَهُوَ لِأَوْلَى رَجُلٍ ذَكَرٍ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"Bagikanlah harta warisan kepada orang yang berhak menerimanya (Ashhabul Furudh), dan apa yang tersisa maka berikanlah kepada kerabat laki-laki yang paling dekat ('Ashabah)."</a:t>
            </a:r>
            <a:br/>
            <a:br/>
            <a:r>
              <a:t>Prinsip:</a:t>
            </a:r>
            <a:br/>
            <a:r>
              <a:t>1. Hak pasti Ashhabul Furudh wajib dipenuhi terlebih dahulu.</a:t>
            </a:r>
            <a:br/>
            <a:r>
              <a:t>2. Sisanya diserahkan kepada 'Ashabah terdekat.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KOMPILASI HUKUM ISLAM (KHI BUKU II)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Pasal 171 Huruf c KHI:</a:t>
            </a:r>
            <a:br/>
            <a:r>
              <a:t>Ahli waris adalah orang yang saat pewaris meninggal mempunyai hubungan darah atau perkawinan, beragama Islam, dan tidak terhalang hukum.</a:t>
            </a:r>
            <a:br/>
            <a:br/>
            <a:r>
              <a:t>• Pasal 174 KHI:</a:t>
            </a:r>
            <a:br/>
            <a:r>
              <a:t>1. Hubungan Darah:</a:t>
            </a:r>
            <a:br/>
            <a:r>
              <a:t>   - Pria: Ayah, anak laki-laki, saudara, paman, kakek.</a:t>
            </a:r>
            <a:br/>
            <a:r>
              <a:t>   - Wanita: Ibu, anak perempuan, saudara perempuan, nenek.</a:t>
            </a:r>
            <a:br/>
            <a:r>
              <a:t>2. Hubungan Perkawinan:</a:t>
            </a:r>
            <a:br/>
            <a:r>
              <a:t>   - Duda (Suami) &amp; Janda (Istri).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KLASIFIKASI AHLI WARIS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15 Golongan Ahli Waris Laki-Laki (Rijal)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CA65"/>
                </a:solidFill>
              </a:defRPr>
            </a:pPr>
            <a:r>
              <a:t>DAFTAR 15 AHLI WARIS LAKI-LAKI DAN KEDUDUKANNYA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Anak Laki-laki (Ibn) - 'Ashabah terkuat       | 9. Keponakan Lk (dari Sdr Seayah)</a:t>
            </a:r>
            <a:br/>
            <a:r>
              <a:t>2. Cucu Laki-laki dari anak laki-laki          | 10. Paman Sekandung ('Amm Syaqiq)</a:t>
            </a:r>
            <a:br/>
            <a:r>
              <a:t>3. Ayah (Ab) - Fardh / 'Ashabah                | 11. Paman Seayah ('Amm li Ab)</a:t>
            </a:r>
            <a:br/>
            <a:r>
              <a:t>4. Kakek Shahih (Ayah dari Ayah)               | 12. Sepupu Lk dari Paman Sekandung</a:t>
            </a:r>
            <a:br/>
            <a:r>
              <a:t>5. Saudara Laki-laki Sekandung                 | 13. Sepupu Lk dari Paman Seayah</a:t>
            </a:r>
            <a:br/>
            <a:r>
              <a:t>6. Saudara Laki-laki Seayah                    | 14. Suami (Zawj) - 1/2 atau 1/4</a:t>
            </a:r>
            <a:br/>
            <a:r>
              <a:t>7. Saudara Laki-laki Seibu (1/6 atau 1/3)      | 15. Mu'tiq (Laki-laki pembebas budak)</a:t>
            </a:r>
            <a:br/>
            <a:r>
              <a:t>8. Keponakan Lk (dari Sdr Kandung)</a:t>
            </a:r>
          </a:p>
          <a:p>
            <a:pPr>
              <a:defRPr sz="1300" b="1">
                <a:solidFill>
                  <a:srgbClr val="E6CA65"/>
                </a:solidFill>
              </a:defRPr>
            </a:pPr>
            <a:r>
              <a:t>★ KAIDAH PENTING: Jika ke-15 ahli waris laki-laki ada bersamaan, hanya 3 orang yang pasti mewarisi: Anak Laki-laki, Ayah, dan Suami.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KLASIFIKASI AHLI WARIS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10 Golongan Ahli Waris Perempuan (Nisa)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DAFTAR 10 AHLI WARIS PEREMPUAN DAN HAKNYA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Anak Perempuan (Bint) - 1/2, 2/3, atau 'Ashabah bi Ghairih bersama anak laki-laki</a:t>
            </a:r>
            <a:br/>
            <a:r>
              <a:t>2. Cucu Perempuan (Bint al-Ibn) - Dari jalur anak laki-laki (1/2, 2/3, atau pelengkap 1/6)</a:t>
            </a:r>
            <a:br/>
            <a:r>
              <a:t>3. Ibu (Umm) - 1/3 (tanpa anak/saudara) atau 1/6 (ada anak/beberapa saudara) [PASTI DAPAT]</a:t>
            </a:r>
            <a:br/>
            <a:r>
              <a:t>4. Nenek dari Pihak Ibu (Jaddah li Umm) - 1/6 jika tidak ada ibu</a:t>
            </a:r>
            <a:br/>
            <a:r>
              <a:t>5. Nenek dari Pihak Ayah (Jaddah li Ab) - 1/6 jika tidak ada ibu dan ayah</a:t>
            </a:r>
            <a:br/>
            <a:r>
              <a:t>6. Saudara Perempuan Sekandung (Ukht Syaqiqah) - 1/2, 2/3, atau 'Ashabah</a:t>
            </a:r>
            <a:br/>
            <a:r>
              <a:t>7. Saudara Perempuan Seayah (Ukht li Ab) - 1/2, 2/3, 1/6, atau 'Ashabah</a:t>
            </a:r>
            <a:br/>
            <a:r>
              <a:t>8. Saudara Perempuan Seibu (Ukht li Umm) - 1/6 (sendiri) atau 1/3 (bersama)</a:t>
            </a:r>
            <a:br/>
            <a:r>
              <a:t>9. Istri (Zawjah) - 1/4 (tanpa anak) atau 1/8 (ada anak)</a:t>
            </a:r>
            <a:br/>
            <a:r>
              <a:t>10. Mu'tiqah (Wanita yang memerdekakan budak - Fikih klasik)</a:t>
            </a:r>
          </a:p>
          <a:p>
            <a:pPr>
              <a:defRPr sz="1300" b="1">
                <a:solidFill>
                  <a:srgbClr val="E6CA65"/>
                </a:solidFill>
              </a:defRPr>
            </a:pPr>
            <a:r>
              <a:t>★ KAIDAH PENTING: Jika ke-10 ahli waris perempuan ada bersamaan, 5 orang yang pasti mewarisi: Istri, Anak Perempuan, Ibu, Cucu Perempuan, dan Saudara Perempuan Sekandung.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MEKANISME DISTRIBUSI WARIS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Sistem Hak: Ashhab al-Furudh &amp; 'Ashabah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CA65"/>
                </a:solidFill>
              </a:defRPr>
            </a:pPr>
            <a:r>
              <a:t>ASHHAB AL-FURUDH (6 Bagian Pasti)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1/2 : Suami (tanpa anak), 1 Anak Pr, 1 Cucu Pr, 1 Sdr Pr Kandung/Seayah.</a:t>
            </a:r>
            <a:br/>
            <a:r>
              <a:t>• 1/4 : Suami (ada anak) atau Istri (tanpa anak).</a:t>
            </a:r>
            <a:br/>
            <a:r>
              <a:t>• 1/8 : Istri (jika pewaris memiliki keturunan).</a:t>
            </a:r>
            <a:br/>
            <a:r>
              <a:t>• 2/3 : 2 atau lebih Anak Pr, Cucu Pr, atau Sdr Pr Kandung/Seayah.</a:t>
            </a:r>
            <a:br/>
            <a:r>
              <a:t>• 1/3 : Ibu (tanpa anak &amp; saudara), atau &gt;=2 Sdr Seibu.</a:t>
            </a:r>
            <a:br/>
            <a:r>
              <a:t>• 1/6 : Ayah/Ibu (ada anak), Kakek/Nenek, 1 Sdr Seibu, Cucu Pr pelengkap 2/3.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AL-'ASHABAH (Penerima Sisa Harta)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'Ashabah bi Nafsihi:</a:t>
            </a:r>
            <a:br/>
            <a:r>
              <a:t>Kerabat laki-laki garis nasab langsung tanpa perantara wanita (Anak lk, ayah, paman, saudara sekandung/seayah).</a:t>
            </a:r>
            <a:br/>
            <a:br/>
            <a:r>
              <a:t>2. 'Ashabah bi Ghairihi:</a:t>
            </a:r>
            <a:br/>
            <a:r>
              <a:t>Wanita yang ditarik menjadi penerima sisa oleh saudara laki-lakinya (Anak pr ditarik anak lk dengan rasio 2:1).</a:t>
            </a:r>
            <a:br/>
            <a:br/>
            <a:r>
              <a:t>3. 'Ashabah ma'a Ghairihi:</a:t>
            </a:r>
            <a:br/>
            <a:r>
              <a:t>Saudara perempuan kandung/seayah bersama dengan anak/cucu perempuan.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BATASAN DAN IMPEDIMEN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Penghalang Hak Waris (Mani') &amp; Konsep Hijab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3 FAKTOR PENGHALANG (MANI' AL-IRTS)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Pembunuhan (Al-Qatlu):</a:t>
            </a:r>
            <a:br/>
            <a:r>
              <a:t>Ahli waris yang membunuh pewaris tidak berhak mendapatkan warisan apa pun (HR. Tirmidzi &amp; Ahmad).</a:t>
            </a:r>
            <a:br/>
            <a:br/>
            <a:r>
              <a:t>2. Perbedaan Agama (Ikhtilaf ad-Din):</a:t>
            </a:r>
            <a:br/>
            <a:r>
              <a:t>Seorang muslim tidak mewarisi orang non-muslim, dan sebaliknya (HR. Bukhari &amp; Muslim).</a:t>
            </a:r>
            <a:br/>
            <a:br/>
            <a:r>
              <a:t>3. Perbudakan (Ar-Riqq):</a:t>
            </a:r>
            <a:br/>
            <a:r>
              <a:t>Budak tidak cakap hukum memiliki harta (pembahasan historis fikih klasik).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KONSEP AL-HIJAB (DINDING PENGHALANG)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Hijab Nuqshan (Pengurangan Porsi):</a:t>
            </a:r>
            <a:br/>
            <a:r>
              <a:t>Pengurangan bagian karena kehadiran ahli waris lain:</a:t>
            </a:r>
            <a:br/>
            <a:r>
              <a:t>• Suami: 1/2 -&gt; 1/4 (karena ada anak)</a:t>
            </a:r>
            <a:br/>
            <a:r>
              <a:t>• Istri: 1/4 -&gt; 1/8 (karena ada anak)</a:t>
            </a:r>
            <a:br/>
            <a:r>
              <a:t>• Ibu: 1/3 -&gt; 1/6 (karena ada anak/beberapa saudara)</a:t>
            </a:r>
            <a:br/>
            <a:br/>
            <a:r>
              <a:t>2. Hijab Hirman (Gugur Total):</a:t>
            </a:r>
            <a:br/>
            <a:r>
              <a:t>Tertutupnya hak waris karena adanya kerabat yang lebih dekat:</a:t>
            </a:r>
            <a:br/>
            <a:r>
              <a:t>• Kakek terhalang oleh Ayah</a:t>
            </a:r>
            <a:br/>
            <a:r>
              <a:t>• Cucu laki-laki terhalang oleh Anak Laki-laki</a:t>
            </a:r>
            <a:br/>
            <a:r>
              <a:t>• Saudara terhalang oleh Ayah atau Anak Laki-laki.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FILOSOFI HUKUM ISLAM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Komparasi &amp; Falsafah Keadilan Proporsional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CA65"/>
                </a:solidFill>
              </a:defRPr>
            </a:pPr>
            <a:r>
              <a:t>TABEL KOMPARASI HAK MEWARISI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Suami: 1/2 (tanpa anak) | 1/4 (bersama anak)</a:t>
            </a:r>
            <a:br/>
            <a:r>
              <a:t>• Istri: 1/4 (tanpa anak) | 1/8 (bersama anak)</a:t>
            </a:r>
            <a:br/>
            <a:r>
              <a:t>• Ayah: 'Ashabah penuh (tanpa anak) | 1/6 (ada anak)</a:t>
            </a:r>
            <a:br/>
            <a:r>
              <a:t>• Ibu: 1/3 (tanpa anak) | 1/6 (ada anak)</a:t>
            </a:r>
            <a:br/>
            <a:r>
              <a:t>• Anak Laki-laki &amp; Perempuan: 2 : 1</a:t>
            </a:r>
            <a:br/>
            <a:r>
              <a:t>  (Li adz-dzakari mitslu hazhzhil untsayain)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FALSAFAH KEADILAN PROPORSIONAL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Tanggung Jawab Finansial Pria:</a:t>
            </a:r>
            <a:br/>
            <a:r>
              <a:t>Laki-laki memikul kewajiban menafkahi istri, anak, tempat tinggal, mahar, dan keluarga besar.</a:t>
            </a:r>
            <a:br/>
            <a:br/>
            <a:r>
              <a:t>2. Hak Penuh Perempuan:</a:t>
            </a:r>
            <a:br/>
            <a:r>
              <a:t>Warisan perempuan adalah hak milik pribadinya secara utuh tanpa kewajiban menafkahi suami atau pihak lain.</a:t>
            </a:r>
            <a:br/>
            <a:br/>
            <a:r>
              <a:t>3. Banyak Kondisi Bagian Sama:</a:t>
            </a:r>
            <a:br/>
            <a:r>
              <a:t>Ayah dan Ibu sama-sama mendapat 1/6 jika ada anak; saudara seibu laki-laki dan perempuan setara tanpa pembedaan rasio.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6CA65"/>
                </a:solidFill>
                <a:latin typeface="Arial"/>
              </a:defRPr>
            </a:pPr>
            <a:r>
              <a:t>BAB III • PENUTUP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Kesimpulan Hasil Pembahasan Makalah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CA65"/>
                </a:solidFill>
              </a:defRPr>
            </a:pPr>
            <a:r>
              <a:t>1. Hakikat Ahli Waris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Ahli waris bukan sekadar famili biasa, melainkan pihak yang memenuhi syarat hukum syariat berdasarkan nasabiyah atau sababiyah.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2. Klasifikasi Pria &amp; Wanita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Diakui 15 kelompok laki-laki &amp; 10 perempuan. Ahli waris primer tak pernah gugur: Ayah, Ibu, Anak (Lk/Pr), &amp; Suami/Istri.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CA65"/>
                </a:solidFill>
              </a:defRPr>
            </a:pPr>
            <a:r>
              <a:t>3. Mekanisme &amp; KHI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Distribusi waris tunduk pada sistem Ashhabul Furudh, 'Ashabah, Hijab, serta selaras dengan Buku II Kompilasi Hukum Islam (KHI).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0B38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4. Keadilan Transenden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Syariat Islam menjamin hak ekonomi perempuan secara adil dan proporsional dengan beban tanggung jawab nafkah dalam peradaban Islam.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5943600"/>
          </a:xfrm>
          <a:prstGeom prst="roundRect">
            <a:avLst/>
          </a:prstGeom>
          <a:solidFill>
            <a:srgbClr val="0B382C"/>
          </a:solidFill>
          <a:ln w="25400">
            <a:solidFill>
              <a:srgbClr val="E6C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9966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E6CA65"/>
                </a:solidFill>
              </a:defRPr>
            </a:pPr>
            <a:r>
              <a:t>الْحَمْدُ لِلَّهِ رَبِّ الْعَالَمِينَ</a:t>
            </a:r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TERIMA KASIH &amp; SESI TANYA JAWAB</a:t>
            </a:r>
          </a:p>
          <a:p>
            <a:pPr algn="ctr">
              <a:defRPr sz="1400">
                <a:solidFill>
                  <a:srgbClr val="10B981"/>
                </a:solidFill>
              </a:defRPr>
            </a:pPr>
            <a:r>
              <a:t>Disusun oleh Kelompok 5: Fatiaful Alzahra • Sufyan Tsaury • Wahdan Hamdun</a:t>
            </a:r>
            <a:br/>
            <a:r>
              <a:t>UIN Siber Syekh Nurjati Cirebon (2026)</a:t>
            </a:r>
          </a:p>
          <a:p>
            <a:br/>
            <a:pPr algn="ctr">
              <a:defRPr sz="1100">
                <a:solidFill>
                  <a:srgbClr val="CBD5E1"/>
                </a:solidFill>
              </a:defRPr>
            </a:pPr>
            <a:r>
              <a:t>Daftar Pustaka Utama:</a:t>
            </a:r>
            <a:br/>
            <a:r>
              <a:t>• Al-Qur'an Surah An-Nisa (Ayat 7, 11, 12, 176)</a:t>
            </a:r>
            <a:br/>
            <a:r>
              <a:t>• Kitab Sahih Bukhari &amp; Sahih Muslim (Bab Al-Fara'idh)</a:t>
            </a:r>
            <a:br/>
            <a:r>
              <a:t>• Inpres No. 1 Tahun 1991 tentang Kompilasi Hukum Islam (KHI) Buku II</a:t>
            </a:r>
            <a:br/>
            <a:r>
              <a:t>• Khair, A., &amp; Zubair, A. (2022). Sistematika 'Asabah Dalam Hukum Kewarisan Islam</a:t>
            </a:r>
            <a:br/>
            <a:r>
              <a:t>• Widyaningrum, M. R., &amp; Wiliyanarti, P. F. (2024). Kajian Kedudukan Perempuan dalam Kewarisan Islam</a:t>
            </a:r>
          </a:p>
        </p:txBody>
      </p:sp>
      <p:pic>
        <p:nvPicPr>
          <p:cNvPr id="5" name="Picture 4" descr="logo-uins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474720"/>
            <a:ext cx="692229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